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AEOS - AI Engineering Operating System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AI Powered Coding Assessment &amp; Internship Hackathon Platform</a:t>
            </a:r>
          </a:p>
          <a:p/>
          <a:p>
            <a:r>
              <a:rPr sz="2000"/>
              <a:t>Developer: Swapnil Kashinath Ohol</a:t>
            </a:r>
          </a:p>
          <a:p>
            <a:r>
              <a:rPr sz="2000"/>
              <a:t>Pilot Institution: Newton Institute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Traditional assessments focus on MCQs</a:t>
            </a:r>
          </a:p>
          <a:p>
            <a:r>
              <a:rPr sz="2000"/>
              <a:t>• Limited evaluation of real coding skills</a:t>
            </a:r>
          </a:p>
          <a:p>
            <a:r>
              <a:rPr sz="2000"/>
              <a:t>• Manual checking consumes time</a:t>
            </a:r>
          </a:p>
          <a:p>
            <a:r>
              <a:rPr sz="2000"/>
              <a:t>• Difficult to scale student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AEOS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Real engineering problem solving</a:t>
            </a:r>
          </a:p>
          <a:p>
            <a:r>
              <a:rPr sz="2000"/>
              <a:t>• Automated code execution</a:t>
            </a:r>
          </a:p>
          <a:p>
            <a:r>
              <a:rPr sz="2000"/>
              <a:t>• Test case based evaluation</a:t>
            </a:r>
          </a:p>
          <a:p>
            <a:r>
              <a:rPr sz="2000"/>
              <a:t>• Instant scoring and leaderboard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Frontend:</a:t>
            </a:r>
          </a:p>
          <a:p>
            <a:r>
              <a:rPr sz="2000"/>
              <a:t>Next.js, TypeScript, TailwindCSS, Monaco Editor</a:t>
            </a:r>
          </a:p>
          <a:p/>
          <a:p>
            <a:r>
              <a:rPr sz="2000"/>
              <a:t>Backend:</a:t>
            </a:r>
          </a:p>
          <a:p>
            <a:r>
              <a:rPr sz="2000"/>
              <a:t>FastAPI, Python 3.12</a:t>
            </a:r>
          </a:p>
          <a:p/>
          <a:p>
            <a:r>
              <a:rPr sz="2000"/>
              <a:t>Database:</a:t>
            </a:r>
          </a:p>
          <a:p>
            <a:r>
              <a:rPr sz="2000"/>
              <a:t>PostgreSQL</a:t>
            </a:r>
          </a:p>
          <a:p/>
          <a:p>
            <a:r>
              <a:rPr sz="2000"/>
              <a:t>Infrastructure:</a:t>
            </a:r>
          </a:p>
          <a:p>
            <a:r>
              <a:rPr sz="2000"/>
              <a:t>Docker, 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Student</a:t>
            </a:r>
          </a:p>
          <a:p>
            <a:r>
              <a:rPr sz="2000"/>
              <a:t>↓</a:t>
            </a:r>
          </a:p>
          <a:p>
            <a:r>
              <a:rPr sz="2000"/>
              <a:t>Next.js Frontend</a:t>
            </a:r>
          </a:p>
          <a:p>
            <a:r>
              <a:rPr sz="2000"/>
              <a:t>↓</a:t>
            </a:r>
          </a:p>
          <a:p>
            <a:r>
              <a:rPr sz="2000"/>
              <a:t>FastAPI Backend</a:t>
            </a:r>
          </a:p>
          <a:p>
            <a:r>
              <a:rPr sz="2000"/>
              <a:t>↓</a:t>
            </a:r>
          </a:p>
          <a:p>
            <a:r>
              <a:rPr sz="2000"/>
              <a:t>PostgreSQL Database</a:t>
            </a:r>
          </a:p>
          <a:p>
            <a:r>
              <a:rPr sz="2000"/>
              <a:t>↓</a:t>
            </a:r>
          </a:p>
          <a:p>
            <a:r>
              <a:rPr sz="2000"/>
              <a:t>Execution Engine</a:t>
            </a:r>
          </a:p>
          <a:p>
            <a:r>
              <a:rPr sz="2000"/>
              <a:t>↓</a:t>
            </a:r>
          </a:p>
          <a:p>
            <a:r>
              <a:rPr sz="2000"/>
              <a:t>Docker Sandbox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Student:</a:t>
            </a:r>
          </a:p>
          <a:p>
            <a:r>
              <a:rPr sz="2000"/>
              <a:t>• Registration/Login</a:t>
            </a:r>
          </a:p>
          <a:p>
            <a:r>
              <a:rPr sz="2000"/>
              <a:t>• Coding Workspace</a:t>
            </a:r>
          </a:p>
          <a:p>
            <a:r>
              <a:rPr sz="2000"/>
              <a:t>• Code Submission</a:t>
            </a:r>
          </a:p>
          <a:p>
            <a:r>
              <a:rPr sz="2000"/>
              <a:t>• Automatic Evaluation</a:t>
            </a:r>
          </a:p>
          <a:p>
            <a:r>
              <a:rPr sz="2000"/>
              <a:t>• Leaderboard</a:t>
            </a:r>
          </a:p>
          <a:p/>
          <a:p>
            <a:r>
              <a:rPr sz="2000"/>
              <a:t>Admin:</a:t>
            </a:r>
          </a:p>
          <a:p>
            <a:r>
              <a:rPr sz="2000"/>
              <a:t>• Dashboard</a:t>
            </a:r>
          </a:p>
          <a:p>
            <a:r>
              <a:rPr sz="2000"/>
              <a:t>• Problem Management</a:t>
            </a:r>
          </a:p>
          <a:p>
            <a:r>
              <a:rPr sz="2000"/>
              <a:t>• Test Case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Register</a:t>
            </a:r>
          </a:p>
          <a:p>
            <a:r>
              <a:rPr sz="2000"/>
              <a:t>↓</a:t>
            </a:r>
          </a:p>
          <a:p>
            <a:r>
              <a:rPr sz="2000"/>
              <a:t>Login</a:t>
            </a:r>
          </a:p>
          <a:p>
            <a:r>
              <a:rPr sz="2000"/>
              <a:t>↓</a:t>
            </a:r>
          </a:p>
          <a:p>
            <a:r>
              <a:rPr sz="2000"/>
              <a:t>Select Problem</a:t>
            </a:r>
          </a:p>
          <a:p>
            <a:r>
              <a:rPr sz="2000"/>
              <a:t>↓</a:t>
            </a:r>
          </a:p>
          <a:p>
            <a:r>
              <a:rPr sz="2000"/>
              <a:t>Write Code</a:t>
            </a:r>
          </a:p>
          <a:p>
            <a:r>
              <a:rPr sz="2000"/>
              <a:t>↓</a:t>
            </a:r>
          </a:p>
          <a:p>
            <a:r>
              <a:rPr sz="2000"/>
              <a:t>Submit</a:t>
            </a:r>
          </a:p>
          <a:p>
            <a:r>
              <a:rPr sz="2000"/>
              <a:t>↓</a:t>
            </a:r>
          </a:p>
          <a:p>
            <a:r>
              <a:rPr sz="2000"/>
              <a:t>Execute Test Cases</a:t>
            </a:r>
          </a:p>
          <a:p>
            <a:r>
              <a:rPr sz="2000"/>
              <a:t>↓</a:t>
            </a:r>
          </a:p>
          <a:p>
            <a:r>
              <a:rPr sz="2000"/>
              <a:t>Score Generated</a:t>
            </a:r>
          </a:p>
          <a:p>
            <a:r>
              <a:rPr sz="2000"/>
              <a:t>↓</a:t>
            </a:r>
          </a:p>
          <a:p>
            <a:r>
              <a:rPr sz="2000"/>
              <a:t>Leaderboard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AI based code review</a:t>
            </a:r>
          </a:p>
          <a:p>
            <a:r>
              <a:rPr sz="2000"/>
              <a:t>• More programming languages</a:t>
            </a:r>
          </a:p>
          <a:p>
            <a:r>
              <a:rPr sz="2000"/>
              <a:t>• Cloud deployment</a:t>
            </a:r>
          </a:p>
          <a:p>
            <a:r>
              <a:rPr sz="2000"/>
              <a:t>• Advanced analytics</a:t>
            </a:r>
          </a:p>
          <a:p>
            <a:r>
              <a:rPr sz="2000"/>
              <a:t>• CI/CD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AEOS</a:t>
            </a:r>
          </a:p>
          <a:p>
            <a:r>
              <a:rPr sz="2000"/>
              <a:t>AI Engineering Operating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